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ubmed.ncbi.nlm.nih.gov/42274647/" TargetMode="External"/><Relationship Id="rId4" Type="http://schemas.openxmlformats.org/officeDocument/2006/relationships/hyperlink" Target="https://pubmed.ncbi.nlm.nih.gov/42269085/" TargetMode="External"/><Relationship Id="rId5" Type="http://schemas.openxmlformats.org/officeDocument/2006/relationships/hyperlink" Target="https://pubmed.ncbi.nlm.nih.gov/42269079/" TargetMode="External"/><Relationship Id="rId6" Type="http://schemas.openxmlformats.org/officeDocument/2006/relationships/hyperlink" Target="https://pubmed.ncbi.nlm.nih.gov/42271039/" TargetMode="External"/><Relationship Id="rId7" Type="http://schemas.openxmlformats.org/officeDocument/2006/relationships/hyperlink" Target="https://pubmed.ncbi.nlm.nih.gov/42270158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pubmed.ncbi.nlm.nih.gov/42274647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pubmed.ncbi.nlm.nih.gov/42269085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pubmed.ncbi.nlm.nih.gov/42269079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pubmed.ncbi.nlm.nih.gov/42271039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pubmed.ncbi.nlm.nih.gov/42270158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