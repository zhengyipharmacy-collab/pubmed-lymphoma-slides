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pubmed.ncbi.nlm.nih.gov/42251703/" TargetMode="External"/><Relationship Id="rId4" Type="http://schemas.openxmlformats.org/officeDocument/2006/relationships/hyperlink" Target="https://pubmed.ncbi.nlm.nih.gov/42242231/" TargetMode="External"/><Relationship Id="rId5" Type="http://schemas.openxmlformats.org/officeDocument/2006/relationships/hyperlink" Target="https://pubmed.ncbi.nlm.nih.gov/41596518/" TargetMode="External"/><Relationship Id="rId6" Type="http://schemas.openxmlformats.org/officeDocument/2006/relationships/hyperlink" Target="https://pubmed.ncbi.nlm.nih.gov/41569641/" TargetMode="External"/><Relationship Id="rId7" Type="http://schemas.openxmlformats.org/officeDocument/2006/relationships/hyperlink" Target="https://pubmed.ncbi.nlm.nih.gov/41621897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pubmed.ncbi.nlm.nih.gov/42251703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pubmed.ncbi.nlm.nih.gov/42242231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pubmed.ncbi.nlm.nih.gov/41596518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pubmed.ncbi.nlm.nih.gov/41569641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pubmed.ncbi.nlm.nih.gov/41621897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360152" y="254203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10360152" y="274777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0360152" y="295351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10360152" y="315925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10360152" y="3364991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