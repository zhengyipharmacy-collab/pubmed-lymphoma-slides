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42251703/" TargetMode="External"/><Relationship Id="rId4" Type="http://schemas.openxmlformats.org/officeDocument/2006/relationships/hyperlink" Target="https://pubmed.ncbi.nlm.nih.gov/42251370/" TargetMode="External"/><Relationship Id="rId5" Type="http://schemas.openxmlformats.org/officeDocument/2006/relationships/hyperlink" Target="https://pubmed.ncbi.nlm.nih.gov/42251173/" TargetMode="External"/><Relationship Id="rId6" Type="http://schemas.openxmlformats.org/officeDocument/2006/relationships/hyperlink" Target="https://pubmed.ncbi.nlm.nih.gov/42244006/" TargetMode="External"/><Relationship Id="rId7" Type="http://schemas.openxmlformats.org/officeDocument/2006/relationships/hyperlink" Target="https://pubmed.ncbi.nlm.nih.gov/42242260/" TargetMode="External"/><Relationship Id="rId8" Type="http://schemas.openxmlformats.org/officeDocument/2006/relationships/hyperlink" Target="https://pubmed.ncbi.nlm.nih.gov/42234934/" TargetMode="External"/><Relationship Id="rId9" Type="http://schemas.openxmlformats.org/officeDocument/2006/relationships/hyperlink" Target="https://pubmed.ncbi.nlm.nih.gov/42035265/" TargetMode="External"/><Relationship Id="rId10" Type="http://schemas.openxmlformats.org/officeDocument/2006/relationships/hyperlink" Target="https://pubmed.ncbi.nlm.nih.gov/41555062/" TargetMode="External"/><Relationship Id="rId11" Type="http://schemas.openxmlformats.org/officeDocument/2006/relationships/hyperlink" Target="https://pubmed.ncbi.nlm.nih.gov/41634395/" TargetMode="External"/><Relationship Id="rId12" Type="http://schemas.openxmlformats.org/officeDocument/2006/relationships/hyperlink" Target="https://pubmed.ncbi.nlm.nih.gov/41582824/" TargetMode="External"/><Relationship Id="rId13" Type="http://schemas.openxmlformats.org/officeDocument/2006/relationships/hyperlink" Target="https://pubmed.ncbi.nlm.nih.gov/42242087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42251703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2251370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2251173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2244006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2242260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ubmed.ncbi.nlm.nih.gov/42234934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pubmed.ncbi.nlm.nih.gov/42035265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pubmed.ncbi.nlm.nih.gov/41555062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pubmed.ncbi.nlm.nih.gov/41634395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pubmed.ncbi.nlm.nih.gov/41582824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pubmed.ncbi.nlm.nih.gov/42242087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10360152" y="35707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10360152" y="37764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10360152" y="398221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10360152" y="41879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10360152" y="439369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10360152" y="459943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