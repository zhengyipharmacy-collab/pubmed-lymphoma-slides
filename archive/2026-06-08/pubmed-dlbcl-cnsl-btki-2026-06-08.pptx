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51703/" TargetMode="External"/><Relationship Id="rId7" Type="http://schemas.openxmlformats.org/officeDocument/2006/relationships/hyperlink" Target="https://pubmed.ncbi.nlm.nih.gov/4224223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ubmed.ncbi.nlm.nih.gov/41621897/" TargetMode="External"/><Relationship Id="rId5" Type="http://schemas.openxmlformats.org/officeDocument/2006/relationships/hyperlink" Target="https://pubmed.ncbi.nlm.nih.gov/41544566/" TargetMode="External"/><Relationship Id="rId4" Type="http://schemas.openxmlformats.org/officeDocument/2006/relationships/hyperlink" Target="https://pubmed.ncbi.nlm.nih.gov/40991874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51703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0991874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544566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6218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42231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郑怡</cp:lastModifiedBy>
  <cp:revision>1</cp:revision>
  <dcterms:created xsi:type="dcterms:W3CDTF">2013-01-27T09:14:16Z</dcterms:created>
  <dcterms:modified xsi:type="dcterms:W3CDTF">2026-06-08T01:19:08Z</dcterms:modified>
  <cp:category/>
</cp:coreProperties>
</file>