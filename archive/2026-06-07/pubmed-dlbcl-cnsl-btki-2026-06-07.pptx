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ubmed.ncbi.nlm.nih.gov/38651796/" TargetMode="External"/><Relationship Id="rId4" Type="http://schemas.openxmlformats.org/officeDocument/2006/relationships/hyperlink" Target="https://pubmed.ncbi.nlm.nih.gov/41037766/" TargetMode="External"/><Relationship Id="rId5" Type="http://schemas.openxmlformats.org/officeDocument/2006/relationships/hyperlink" Target="https://pubmed.ncbi.nlm.nih.gov/42244006/" TargetMode="External"/><Relationship Id="rId6" Type="http://schemas.openxmlformats.org/officeDocument/2006/relationships/hyperlink" Target="https://pubmed.ncbi.nlm.nih.gov/41824782/" TargetMode="External"/><Relationship Id="rId7" Type="http://schemas.openxmlformats.org/officeDocument/2006/relationships/hyperlink" Target="https://pubmed.ncbi.nlm.nih.gov/41656201/" TargetMode="External"/><Relationship Id="rId8" Type="http://schemas.openxmlformats.org/officeDocument/2006/relationships/hyperlink" Target="https://pubmed.ncbi.nlm.nih.gov/42223630/" TargetMode="External"/><Relationship Id="rId9" Type="http://schemas.openxmlformats.org/officeDocument/2006/relationships/hyperlink" Target="https://pubmed.ncbi.nlm.nih.gov/42236241/" TargetMode="External"/><Relationship Id="rId10" Type="http://schemas.openxmlformats.org/officeDocument/2006/relationships/hyperlink" Target="https://pubmed.ncbi.nlm.nih.gov/42035265/" TargetMode="External"/><Relationship Id="rId11" Type="http://schemas.openxmlformats.org/officeDocument/2006/relationships/hyperlink" Target="https://pubmed.ncbi.nlm.nih.gov/41672977/" TargetMode="External"/><Relationship Id="rId12" Type="http://schemas.openxmlformats.org/officeDocument/2006/relationships/hyperlink" Target="https://pubmed.ncbi.nlm.nih.gov/39946666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pubmed.ncbi.nlm.nih.gov/38651796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pubmed.ncbi.nlm.nih.gov/41037766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pubmed.ncbi.nlm.nih.gov/42244006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pubmed.ncbi.nlm.nih.gov/41824782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pubmed.ncbi.nlm.nih.gov/41656201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pubmed.ncbi.nlm.nih.gov/42223630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pubmed.ncbi.nlm.nih.gov/42236241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pubmed.ncbi.nlm.nih.gov/42035265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pubmed.ncbi.nlm.nih.gov/41672977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pubmed.ncbi.nlm.nih.gov/39946666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10360152" y="35707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10360152" y="37764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10"/>
          </p:cNvPr>
          <p:cNvSpPr/>
          <p:nvPr/>
        </p:nvSpPr>
        <p:spPr>
          <a:xfrm>
            <a:off x="10360152" y="398221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11"/>
          </p:cNvPr>
          <p:cNvSpPr/>
          <p:nvPr/>
        </p:nvSpPr>
        <p:spPr>
          <a:xfrm>
            <a:off x="10360152" y="41879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r:id="rId12"/>
          </p:cNvPr>
          <p:cNvSpPr/>
          <p:nvPr/>
        </p:nvSpPr>
        <p:spPr>
          <a:xfrm>
            <a:off x="10360152" y="439369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