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pubmed.ncbi.nlm.nih.gov/42265756/" TargetMode="External"/><Relationship Id="rId4" Type="http://schemas.openxmlformats.org/officeDocument/2006/relationships/hyperlink" Target="https://pubmed.ncbi.nlm.nih.gov/42266738/" TargetMode="External"/><Relationship Id="rId5" Type="http://schemas.openxmlformats.org/officeDocument/2006/relationships/hyperlink" Target="https://pubmed.ncbi.nlm.nih.gov/42265975/" TargetMode="External"/><Relationship Id="rId6" Type="http://schemas.openxmlformats.org/officeDocument/2006/relationships/hyperlink" Target="https://pubmed.ncbi.nlm.nih.gov/42134094/" TargetMode="External"/><Relationship Id="rId7" Type="http://schemas.openxmlformats.org/officeDocument/2006/relationships/hyperlink" Target="https://pubmed.ncbi.nlm.nih.gov/42261377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pubmed.ncbi.nlm.nih.gov/42265756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pubmed.ncbi.nlm.nih.gov/42266738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pubmed.ncbi.nlm.nih.gov/42265975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pubmed.ncbi.nlm.nih.gov/42134094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pubmed.ncbi.nlm.nih.gov/42261377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360152" y="25420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360152" y="27477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0360152" y="295351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0360152" y="31592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0360152" y="336499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