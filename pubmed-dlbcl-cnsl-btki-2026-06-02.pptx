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57" r:id="rId8"/>
    <p:sldId id="258" r:id="rId9"/>
    <p:sldId id="268" r:id="rId10"/>
    <p:sldId id="269" r:id="rId11"/>
    <p:sldId id="264" r:id="rId12"/>
    <p:sldId id="265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新增/更新窗口：2026-05-26 至 2026-06-02。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天窗口内高相关命中不密集，但双抗安全性出现新的高相关信号。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本版按逻辑重排：DLBCL 双抗排序与实施 -&gt; DLBCL/CNS 预防 -&gt; PCNSL/CNSL 治疗与亚群。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后排序、双抗门诊化、安全边界、CNS 预防毒性代价，以及 BTKi 在 PCNSL 前移。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 PPT 为可编辑版，配套 HTML、PDF 和每日归档链接。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PDF：pubmed-dlbcl-cnsl-btki-2026-06-02.pdf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PPTX：pubmed-dlbcl-cnsl-btki-2026-06-02.pptx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归档：archive/2026-06-02/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失败后 R/R LBCL 双抗挽救治疗</a:t>
            </a:r>
            <a:br/>
            <a: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后双抗挽救治疗：结构化摘要与 PICO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CD3×CD20 双抗，包括 epcoritamab、glofitamab、mosunetuzumab 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naive 双抗人群、不同复发时间亚组、单药/联合和 SC/IV 给药亚组。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ORR、CR、CRS、神经毒性；重点看 CAR-T 后复发间隔对疗效的影响。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17271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78181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798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67757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48544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8502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后双抗：主要 Figure 与流程图复刻</a:t>
            </a:r>
            <a:br/>
            <a:r>
              <a:t>Review / meta figure and clinical flow chart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92024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0" y="1920240"/>
            <a:ext cx="72511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66359" y="189280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0428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86000" y="2304288"/>
            <a:ext cx="1589684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6359" y="227685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70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68833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86000" y="2688336"/>
            <a:ext cx="198013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59" y="266090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651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11480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125501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66359" y="408736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8056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449884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86000" y="4498848"/>
            <a:ext cx="83667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66359" y="447141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6460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8289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0" y="4882896"/>
            <a:ext cx="1924354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59" y="485546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120640" cy="19659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流程图式 chart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CAR-T 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记录复发/进展距 CAR-T 的时间。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5794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2954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06106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时间分层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6106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≤90 天、91-180 天、181 天-1 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6236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3396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56548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双抗变量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6548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药物、单/联合、皮下/静脉给药。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6678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33838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06990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结局判断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6990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ORR/CR，同时核对 CRS 与神经毒性。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03320"/>
            <a:ext cx="5120640" cy="16916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/ chart 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本页不是原文图片复制，而是基于摘要数字和研究逻辑重绘的可编辑图形与流程图；若 review 原文有开放许可 figure，后续优先贴入原图或按原图结构复刻。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Epcoritamab 单药门诊治疗 R/R DLBCL</a:t>
            </a:r>
            <a:br/>
            <a:r>
              <a:t>Epcoritamab monotherapy as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2L+ R/R DLBCL 患者，接受 epcoritamab 皮下注射治疗。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Step-up dosing 后首个完整剂量在门诊监测的实施路径。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既往要求住院监测的 epcoritamab 路径与历史安全性背景。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门诊完成比例、CRS、ICANS、ORR、CR 和分线疗效。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397556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4762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9805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82872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161574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110496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16756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009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5358383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5358383"/>
            <a:ext cx="156362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52759" y="5330951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复发/难治 B 细胞 NHL 双抗相关心血管不良事件</a:t>
            </a:r>
            <a:br/>
            <a: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中 R/R B-cell NHL 双抗相关 AE 报告，直接关联 DLBCL 双抗使用场景。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Mosunetuzumab、glofitamab、epcoritamab 等 CD20/CD3 双抗。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全库其他药物报告，以及双抗相关非 CVAE 报告。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CVAE、低血压、休克、出血、心律失常和致死性 CVAE。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4534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2417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70417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140204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3290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54538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202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221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5221224"/>
            <a:ext cx="198059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5193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DLBCL CNS 预防的疗效与毒性（CLSG-CNS-01）</a:t>
            </a:r>
            <a:br/>
            <a:r>
              <a:t>The Efficacy and Toxicity of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中高危 CNS-IPI 的系统性 DLBCL 患者；另有低危不预防观察组。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 次 3 g/m² 静脉高剂量 methotrexate CNS 预防。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6 次 12 mg 鞘内 methotrexate；低危组不接受 CNS 预防。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26725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23005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188677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Ibrutinib 联合 R-MVP 治疗新诊断 PCNSL</a:t>
            </a:r>
            <a:br/>
            <a: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Ibrutinib 联合 rituximab、MTX、vincristine、procarbazine 诱导。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历史 R-MVP / HD-MTX 主干背景；本研究为单臂 II 期，无随机对照。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CR/CRu、PFS、OS、严重毒性和 5 级毒性。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52004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52004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599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19428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免疫缺陷相关 PCNSL：国际协作组研究</a:t>
            </a:r>
            <a:br/>
            <a: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免疫缺陷相关 PCNSL，来自 23 个中心、7 个国家的回顾队列。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移植后免疫抑制、自身免疫病免疫抑制、HIV、EBV 阳性等背景。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不同免疫缺陷背景、免疫重建路径和预后因素分层。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应答率、PFS、OS，以及年龄、KPS、EBV 状态的 HR。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0736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9564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56551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0639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68278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201968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212392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1908</Words>
  <Application>Microsoft Office PowerPoint</Application>
  <PresentationFormat>宽屏</PresentationFormat>
  <Paragraphs>369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2026-06-02T02:43:46Z</dcterms:modified>
  <cp:category/>
</cp:coreProperties>
</file>