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pubmed.ncbi.nlm.nih.gov/42255257/" TargetMode="External"/><Relationship Id="rId4" Type="http://schemas.openxmlformats.org/officeDocument/2006/relationships/hyperlink" Target="https://pubmed.ncbi.nlm.nih.gov/41770393/" TargetMode="External"/><Relationship Id="rId5" Type="http://schemas.openxmlformats.org/officeDocument/2006/relationships/hyperlink" Target="https://pubmed.ncbi.nlm.nih.gov/41774783/" TargetMode="External"/><Relationship Id="rId6" Type="http://schemas.openxmlformats.org/officeDocument/2006/relationships/hyperlink" Target="https://pubmed.ncbi.nlm.nih.gov/41942142/" TargetMode="External"/><Relationship Id="rId7" Type="http://schemas.openxmlformats.org/officeDocument/2006/relationships/hyperlink" Target="https://pubmed.ncbi.nlm.nih.gov/41886633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pubmed.ncbi.nlm.nih.gov/42255257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pubmed.ncbi.nlm.nih.gov/41770393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pubmed.ncbi.nlm.nih.gov/41774783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pubmed.ncbi.nlm.nih.gov/41942142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pubmed.ncbi.nlm.nih.gov/41886633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360152" y="254203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10360152" y="274777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0360152" y="295351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10360152" y="3159252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10360152" y="3364991"/>
            <a:ext cx="114300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09760" y="384048"/>
            <a:ext cx="18288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3"/>
          </p:cNvPr>
          <p:cNvSpPr/>
          <p:nvPr/>
        </p:nvSpPr>
        <p:spPr>
          <a:xfrm>
            <a:off x="6400800" y="6473952"/>
            <a:ext cx="4937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