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pubmed.ncbi.nlm.nih.gov/42255257/" TargetMode="External"/><Relationship Id="rId4" Type="http://schemas.openxmlformats.org/officeDocument/2006/relationships/hyperlink" Target="https://pubmed.ncbi.nlm.nih.gov/41770393/" TargetMode="External"/><Relationship Id="rId5" Type="http://schemas.openxmlformats.org/officeDocument/2006/relationships/hyperlink" Target="https://pubmed.ncbi.nlm.nih.gov/41774783/" TargetMode="External"/><Relationship Id="rId6" Type="http://schemas.openxmlformats.org/officeDocument/2006/relationships/hyperlink" Target="https://pubmed.ncbi.nlm.nih.gov/41942142/" TargetMode="External"/><Relationship Id="rId7" Type="http://schemas.openxmlformats.org/officeDocument/2006/relationships/hyperlink" Target="https://pubmed.ncbi.nlm.nih.gov/41886633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pubmed.ncbi.nlm.nih.gov/42255257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pubmed.ncbi.nlm.nih.gov/41770393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pubmed.ncbi.nlm.nih.gov/41774783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pubmed.ncbi.nlm.nih.gov/41942142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pubmed.ncbi.nlm.nih.gov/41886633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360152" y="25420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360152" y="27477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0360152" y="295351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0360152" y="31592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0360152" y="336499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