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pubmed.ncbi.nlm.nih.gov/42284198/" TargetMode="External"/><Relationship Id="rId7" Type="http://schemas.openxmlformats.org/officeDocument/2006/relationships/hyperlink" Target="https://pubmed.ncbi.nlm.nih.gov/41720446/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pubmed.ncbi.nlm.nih.gov/42279369/" TargetMode="External"/><Relationship Id="rId5" Type="http://schemas.openxmlformats.org/officeDocument/2006/relationships/hyperlink" Target="https://pubmed.ncbi.nlm.nih.gov/42278654/" TargetMode="External"/><Relationship Id="rId4" Type="http://schemas.openxmlformats.org/officeDocument/2006/relationships/hyperlink" Target="https://pubmed.ncbi.nlm.nih.gov/42283231/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pubmed.ncbi.nlm.nih.gov/42284198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pubmed.ncbi.nlm.nih.gov/42283231/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pubmed.ncbi.nlm.nih.gov/42278654/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pubmed.ncbi.nlm.nih.gov/42279369/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pubmed.ncbi.nlm.nih.gov/41720446/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10360152" y="2542032"/>
            <a:ext cx="11430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10360152" y="2747772"/>
            <a:ext cx="11430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10360152" y="2953512"/>
            <a:ext cx="11430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hlinkClick r:id="rId6"/>
          </p:cNvPr>
          <p:cNvSpPr/>
          <p:nvPr/>
        </p:nvSpPr>
        <p:spPr>
          <a:xfrm>
            <a:off x="10360152" y="3159252"/>
            <a:ext cx="11430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hlinkClick r:id="rId7"/>
          </p:cNvPr>
          <p:cNvSpPr/>
          <p:nvPr/>
        </p:nvSpPr>
        <p:spPr>
          <a:xfrm>
            <a:off x="10360152" y="3364991"/>
            <a:ext cx="11430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9509760" y="384048"/>
            <a:ext cx="18288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hlinkClick r:id="rId3"/>
          </p:cNvPr>
          <p:cNvSpPr/>
          <p:nvPr/>
        </p:nvSpPr>
        <p:spPr>
          <a:xfrm>
            <a:off x="6400800" y="6473952"/>
            <a:ext cx="493776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9509760" y="384048"/>
            <a:ext cx="18288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hlinkClick r:id="rId3"/>
          </p:cNvPr>
          <p:cNvSpPr/>
          <p:nvPr/>
        </p:nvSpPr>
        <p:spPr>
          <a:xfrm>
            <a:off x="6400800" y="6473952"/>
            <a:ext cx="493776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9509760" y="384048"/>
            <a:ext cx="18288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hlinkClick r:id="rId3"/>
          </p:cNvPr>
          <p:cNvSpPr/>
          <p:nvPr/>
        </p:nvSpPr>
        <p:spPr>
          <a:xfrm>
            <a:off x="6400800" y="6473952"/>
            <a:ext cx="493776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9509760" y="384048"/>
            <a:ext cx="18288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hlinkClick r:id="rId3"/>
          </p:cNvPr>
          <p:cNvSpPr/>
          <p:nvPr/>
        </p:nvSpPr>
        <p:spPr>
          <a:xfrm>
            <a:off x="6400800" y="6473952"/>
            <a:ext cx="493776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9509760" y="384048"/>
            <a:ext cx="18288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hlinkClick r:id="rId3"/>
          </p:cNvPr>
          <p:cNvSpPr/>
          <p:nvPr/>
        </p:nvSpPr>
        <p:spPr>
          <a:xfrm>
            <a:off x="6400800" y="6473952"/>
            <a:ext cx="493776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宽屏</PresentationFormat>
  <Paragraphs>0</Paragraphs>
  <Slides>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郑怡</cp:lastModifiedBy>
  <cp:revision>1</cp:revision>
  <dcterms:created xsi:type="dcterms:W3CDTF">2013-01-27T09:14:16Z</dcterms:created>
  <dcterms:modified xsi:type="dcterms:W3CDTF">2026-06-13T01:59:43Z</dcterms:modified>
  <cp:category/>
</cp:coreProperties>
</file>