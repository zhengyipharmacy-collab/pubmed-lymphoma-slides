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84198/" TargetMode="External"/><Relationship Id="rId7" Type="http://schemas.openxmlformats.org/officeDocument/2006/relationships/hyperlink" Target="https://pubmed.ncbi.nlm.nih.gov/41720446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ubmed.ncbi.nlm.nih.gov/42279369/" TargetMode="External"/><Relationship Id="rId5" Type="http://schemas.openxmlformats.org/officeDocument/2006/relationships/hyperlink" Target="https://pubmed.ncbi.nlm.nih.gov/42278654/" TargetMode="External"/><Relationship Id="rId4" Type="http://schemas.openxmlformats.org/officeDocument/2006/relationships/hyperlink" Target="https://pubmed.ncbi.nlm.nih.gov/42283231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84198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83231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78654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2279369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41720446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360152" y="254203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0360152" y="274777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0360152" y="295351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0360152" y="3159252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0360152" y="3364991"/>
            <a:ext cx="11430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9509760" y="384048"/>
            <a:ext cx="18288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6400800" y="6473952"/>
            <a:ext cx="493776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郑怡</cp:lastModifiedBy>
  <cp:revision>1</cp:revision>
  <dcterms:created xsi:type="dcterms:W3CDTF">2013-01-27T09:14:16Z</dcterms:created>
  <dcterms:modified xsi:type="dcterms:W3CDTF">2026-06-13T02:02:26Z</dcterms:modified>
  <cp:category/>
</cp:coreProperties>
</file>