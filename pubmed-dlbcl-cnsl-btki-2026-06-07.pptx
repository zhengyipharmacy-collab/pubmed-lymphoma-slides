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1555062/" TargetMode="External"/><Relationship Id="rId7" Type="http://schemas.openxmlformats.org/officeDocument/2006/relationships/hyperlink" Target="https://pubmed.ncbi.nlm.nih.gov/42139822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ubmed.ncbi.nlm.nih.gov/41582824/" TargetMode="External"/><Relationship Id="rId5" Type="http://schemas.openxmlformats.org/officeDocument/2006/relationships/hyperlink" Target="https://pubmed.ncbi.nlm.nih.gov/41634395/" TargetMode="External"/><Relationship Id="rId4" Type="http://schemas.openxmlformats.org/officeDocument/2006/relationships/hyperlink" Target="https://pubmed.ncbi.nlm.nih.gov/39772655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1555062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39772655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1634395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1582824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2139822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360152" y="254203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10360152" y="274777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10360152" y="295351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10360152" y="315925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10360152" y="3364991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郑怡</cp:lastModifiedBy>
  <cp:revision>1</cp:revision>
  <dcterms:created xsi:type="dcterms:W3CDTF">2013-01-27T09:14:16Z</dcterms:created>
  <dcterms:modified xsi:type="dcterms:W3CDTF">2026-06-07T02:20:01Z</dcterms:modified>
  <cp:category/>
</cp:coreProperties>
</file>