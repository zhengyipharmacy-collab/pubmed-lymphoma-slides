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pubmed.ncbi.nlm.nih.gov/42255949/" TargetMode="External"/><Relationship Id="rId4" Type="http://schemas.openxmlformats.org/officeDocument/2006/relationships/hyperlink" Target="https://pubmed.ncbi.nlm.nih.gov/41894687/" TargetMode="External"/><Relationship Id="rId5" Type="http://schemas.openxmlformats.org/officeDocument/2006/relationships/hyperlink" Target="https://pubmed.ncbi.nlm.nih.gov/42255243/" TargetMode="External"/><Relationship Id="rId6" Type="http://schemas.openxmlformats.org/officeDocument/2006/relationships/hyperlink" Target="https://pubmed.ncbi.nlm.nih.gov/42252665/" TargetMode="External"/><Relationship Id="rId7" Type="http://schemas.openxmlformats.org/officeDocument/2006/relationships/hyperlink" Target="https://pubmed.ncbi.nlm.nih.gov/42252624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pubmed.ncbi.nlm.nih.gov/42255949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pubmed.ncbi.nlm.nih.gov/41894687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pubmed.ncbi.nlm.nih.gov/42255243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pubmed.ncbi.nlm.nih.gov/42252665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pubmed.ncbi.nlm.nih.gov/42252624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360152" y="254203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10360152" y="274777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10360152" y="295351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10360152" y="315925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r:id="rId7"/>
          </p:cNvPr>
          <p:cNvSpPr/>
          <p:nvPr/>
        </p:nvSpPr>
        <p:spPr>
          <a:xfrm>
            <a:off x="10360152" y="3364991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