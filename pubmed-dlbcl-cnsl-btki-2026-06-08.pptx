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pubmed.ncbi.nlm.nih.gov/42251703/" TargetMode="External"/><Relationship Id="rId7" Type="http://schemas.openxmlformats.org/officeDocument/2006/relationships/hyperlink" Target="https://pubmed.ncbi.nlm.nih.gov/42242231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pubmed.ncbi.nlm.nih.gov/41621897/" TargetMode="External"/><Relationship Id="rId5" Type="http://schemas.openxmlformats.org/officeDocument/2006/relationships/hyperlink" Target="https://pubmed.ncbi.nlm.nih.gov/41544566/" TargetMode="External"/><Relationship Id="rId4" Type="http://schemas.openxmlformats.org/officeDocument/2006/relationships/hyperlink" Target="https://pubmed.ncbi.nlm.nih.gov/40991874/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pubmed.ncbi.nlm.nih.gov/42251703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pubmed.ncbi.nlm.nih.gov/40991874/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pubmed.ncbi.nlm.nih.gov/41544566/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pubmed.ncbi.nlm.nih.gov/41621897/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pubmed.ncbi.nlm.nih.gov/42242231/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-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>
            <a:hlinkClick r:id="rId3"/>
          </p:cNvPr>
          <p:cNvSpPr/>
          <p:nvPr/>
        </p:nvSpPr>
        <p:spPr>
          <a:xfrm>
            <a:off x="10360152" y="2542032"/>
            <a:ext cx="1143000" cy="1828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hlinkClick r:id="rId4"/>
          </p:cNvPr>
          <p:cNvSpPr/>
          <p:nvPr/>
        </p:nvSpPr>
        <p:spPr>
          <a:xfrm>
            <a:off x="10360152" y="2747772"/>
            <a:ext cx="1143000" cy="1828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>
            <a:hlinkClick r:id="rId5"/>
          </p:cNvPr>
          <p:cNvSpPr/>
          <p:nvPr/>
        </p:nvSpPr>
        <p:spPr>
          <a:xfrm>
            <a:off x="10360152" y="2953512"/>
            <a:ext cx="1143000" cy="1828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>
            <a:hlinkClick r:id="rId6"/>
          </p:cNvPr>
          <p:cNvSpPr/>
          <p:nvPr/>
        </p:nvSpPr>
        <p:spPr>
          <a:xfrm>
            <a:off x="10360152" y="3159252"/>
            <a:ext cx="1143000" cy="1828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>
            <a:hlinkClick r:id="rId7"/>
          </p:cNvPr>
          <p:cNvSpPr/>
          <p:nvPr/>
        </p:nvSpPr>
        <p:spPr>
          <a:xfrm>
            <a:off x="10360152" y="3364991"/>
            <a:ext cx="1143000" cy="1828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-0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>
            <a:hlinkClick r:id="rId3"/>
          </p:cNvPr>
          <p:cNvSpPr/>
          <p:nvPr/>
        </p:nvSpPr>
        <p:spPr>
          <a:xfrm>
            <a:off x="9509760" y="384048"/>
            <a:ext cx="1828800" cy="3108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hlinkClick r:id="rId3"/>
          </p:cNvPr>
          <p:cNvSpPr/>
          <p:nvPr/>
        </p:nvSpPr>
        <p:spPr>
          <a:xfrm>
            <a:off x="6400800" y="6473952"/>
            <a:ext cx="493776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-0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>
            <a:hlinkClick r:id="rId3"/>
          </p:cNvPr>
          <p:cNvSpPr/>
          <p:nvPr/>
        </p:nvSpPr>
        <p:spPr>
          <a:xfrm>
            <a:off x="9509760" y="384048"/>
            <a:ext cx="1828800" cy="3108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hlinkClick r:id="rId3"/>
          </p:cNvPr>
          <p:cNvSpPr/>
          <p:nvPr/>
        </p:nvSpPr>
        <p:spPr>
          <a:xfrm>
            <a:off x="6400800" y="6473952"/>
            <a:ext cx="493776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-0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>
            <a:hlinkClick r:id="rId3"/>
          </p:cNvPr>
          <p:cNvSpPr/>
          <p:nvPr/>
        </p:nvSpPr>
        <p:spPr>
          <a:xfrm>
            <a:off x="9509760" y="384048"/>
            <a:ext cx="1828800" cy="3108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hlinkClick r:id="rId3"/>
          </p:cNvPr>
          <p:cNvSpPr/>
          <p:nvPr/>
        </p:nvSpPr>
        <p:spPr>
          <a:xfrm>
            <a:off x="6400800" y="6473952"/>
            <a:ext cx="493776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-0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>
            <a:hlinkClick r:id="rId3"/>
          </p:cNvPr>
          <p:cNvSpPr/>
          <p:nvPr/>
        </p:nvSpPr>
        <p:spPr>
          <a:xfrm>
            <a:off x="9509760" y="384048"/>
            <a:ext cx="1828800" cy="3108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hlinkClick r:id="rId3"/>
          </p:cNvPr>
          <p:cNvSpPr/>
          <p:nvPr/>
        </p:nvSpPr>
        <p:spPr>
          <a:xfrm>
            <a:off x="6400800" y="6473952"/>
            <a:ext cx="493776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-0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>
            <a:hlinkClick r:id="rId3"/>
          </p:cNvPr>
          <p:cNvSpPr/>
          <p:nvPr/>
        </p:nvSpPr>
        <p:spPr>
          <a:xfrm>
            <a:off x="9509760" y="384048"/>
            <a:ext cx="1828800" cy="3108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hlinkClick r:id="rId3"/>
          </p:cNvPr>
          <p:cNvSpPr/>
          <p:nvPr/>
        </p:nvSpPr>
        <p:spPr>
          <a:xfrm>
            <a:off x="6400800" y="6473952"/>
            <a:ext cx="493776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-0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宽屏</PresentationFormat>
  <Paragraphs>0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郑怡</cp:lastModifiedBy>
  <cp:revision>1</cp:revision>
  <dcterms:created xsi:type="dcterms:W3CDTF">2013-01-27T09:14:16Z</dcterms:created>
  <dcterms:modified xsi:type="dcterms:W3CDTF">2026-06-08T01:24:29Z</dcterms:modified>
  <cp:category/>
</cp:coreProperties>
</file>